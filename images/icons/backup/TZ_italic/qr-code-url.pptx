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21" d="100"/>
          <a:sy n="21" d="100"/>
        </p:scale>
        <p:origin x="24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71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2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7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2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7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3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2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3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9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8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33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3EB5FD-BC9C-7DBF-D6EB-468F8683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21" y="1527721"/>
            <a:ext cx="32944296" cy="3294429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081796F-AEA4-5905-A272-11DFF5395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8396" y="13058396"/>
            <a:ext cx="9882946" cy="988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7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Tansheng Zhu</dc:creator>
  <cp:lastModifiedBy>Tansheng Zhu</cp:lastModifiedBy>
  <cp:revision>3</cp:revision>
  <dcterms:created xsi:type="dcterms:W3CDTF">2026-08-18T09:16:01Z</dcterms:created>
  <dcterms:modified xsi:type="dcterms:W3CDTF">2026-08-28T23:00:05Z</dcterms:modified>
</cp:coreProperties>
</file>