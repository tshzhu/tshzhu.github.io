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" d="100"/>
          <a:sy n="10" d="100"/>
        </p:scale>
        <p:origin x="3714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1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7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2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7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3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2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9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8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8FD7C-AE36-441F-8C61-FAD0BF57F388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33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3EB5FD-BC9C-7DBF-D6EB-468F8683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21" y="1527721"/>
            <a:ext cx="32944296" cy="329442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5EB7E0-39AC-CD0D-6E2A-30C325140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283" y="13283283"/>
            <a:ext cx="9433171" cy="9433171"/>
          </a:xfrm>
          <a:prstGeom prst="roundRect">
            <a:avLst>
              <a:gd name="adj" fmla="val 1343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721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Tansheng Zhu</dc:creator>
  <cp:lastModifiedBy>Tansheng Zhu</cp:lastModifiedBy>
  <cp:revision>5</cp:revision>
  <dcterms:created xsi:type="dcterms:W3CDTF">2026-08-18T09:16:01Z</dcterms:created>
  <dcterms:modified xsi:type="dcterms:W3CDTF">2026-09-04T21:05:35Z</dcterms:modified>
</cp:coreProperties>
</file>