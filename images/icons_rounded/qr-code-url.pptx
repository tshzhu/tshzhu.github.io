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" d="100"/>
          <a:sy n="10" d="100"/>
        </p:scale>
        <p:origin x="3714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71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82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47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25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7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3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82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734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696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3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8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8FD7C-AE36-441F-8C61-FAD0BF57F388}" type="datetimeFigureOut">
              <a:rPr lang="zh-CN" altLang="en-US" smtClean="0"/>
              <a:t>2026/8/18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9B9CB-91C0-410A-84D0-76019709E0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33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3EB5FD-BC9C-7DBF-D6EB-468F8683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721" y="1527721"/>
            <a:ext cx="32944296" cy="3294429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3BB2D8-3824-702E-58E0-CD411720D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6325" y="13216325"/>
            <a:ext cx="9567087" cy="956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7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Tansheng Zhu</dc:creator>
  <cp:lastModifiedBy>Tansheng Zhu</cp:lastModifiedBy>
  <cp:revision>2</cp:revision>
  <dcterms:created xsi:type="dcterms:W3CDTF">2026-08-18T09:16:01Z</dcterms:created>
  <dcterms:modified xsi:type="dcterms:W3CDTF">2026-08-18T09:46:28Z</dcterms:modified>
</cp:coreProperties>
</file>