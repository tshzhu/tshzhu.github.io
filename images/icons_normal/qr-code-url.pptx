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21" d="100"/>
          <a:sy n="21" d="100"/>
        </p:scale>
        <p:origin x="24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71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2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7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2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7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3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2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73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696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48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8FD7C-AE36-441F-8C61-FAD0BF57F388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33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23EB5FD-BC9C-7DBF-D6EB-468F8683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21" y="1527721"/>
            <a:ext cx="32944296" cy="3294429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57751FB-52CF-C66C-F892-A2D68F008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3283" y="13283283"/>
            <a:ext cx="9433172" cy="94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7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Tansheng Zhu</dc:creator>
  <cp:lastModifiedBy>Tansheng Zhu</cp:lastModifiedBy>
  <cp:revision>3</cp:revision>
  <dcterms:created xsi:type="dcterms:W3CDTF">2026-08-18T09:16:01Z</dcterms:created>
  <dcterms:modified xsi:type="dcterms:W3CDTF">2026-08-28T23:06:04Z</dcterms:modified>
</cp:coreProperties>
</file>